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Be Vietnam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VietnamPro-regular.fntdata"/><Relationship Id="rId11" Type="http://schemas.openxmlformats.org/officeDocument/2006/relationships/slide" Target="slides/slide6.xml"/><Relationship Id="rId22" Type="http://schemas.openxmlformats.org/officeDocument/2006/relationships/font" Target="fonts/BeVietnamPro-italic.fntdata"/><Relationship Id="rId10" Type="http://schemas.openxmlformats.org/officeDocument/2006/relationships/slide" Target="slides/slide5.xml"/><Relationship Id="rId21" Type="http://schemas.openxmlformats.org/officeDocument/2006/relationships/font" Target="fonts/BeVietnam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BeVietnamPr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2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5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73" name="Google Shape;73;p6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74" name="Google Shape;74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77" name="Google Shape;77;p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80" name="Google Shape;80;p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81" name="Google Shape;81;p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6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22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9/2/2026</a:t>
            </a:r>
            <a:endParaRPr b="0" i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hyperlink" Target="https://colab.research.google.com/drive/1lo5pqxsF_rp3-_T8csSqR9_USK77A6Cq?usp=sharing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hyperlink" Target="https://colab.research.google.com/drive/1lo5pqxsF_rp3-_T8csSqR9_USK77A6Cq?usp=sharing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hyperlink" Target="https://github.com/Shruti-Halle/Seasonal-Agriculture-Performance-Analysi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linkedin.com/in/shruti-halle/" TargetMode="External"/><Relationship Id="rId4" Type="http://schemas.openxmlformats.org/officeDocument/2006/relationships/hyperlink" Target="https://github.com/Shruti-Halle/Seasonal-Agriculture-Performance-Analysis" TargetMode="External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555000" y="3825525"/>
            <a:ext cx="103893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80"/>
              <a:buNone/>
            </a:pPr>
            <a:r>
              <a:rPr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Student Name :</a:t>
            </a:r>
            <a:r>
              <a:rPr b="0" lang="en-US" sz="2550">
                <a:solidFill>
                  <a:schemeClr val="dk1"/>
                </a:solidFill>
              </a:rPr>
              <a:t> </a:t>
            </a:r>
            <a:r>
              <a:rPr b="0"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Shruti Mallikarjun Halle</a:t>
            </a:r>
            <a:endParaRPr b="0" sz="25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80"/>
              <a:buNone/>
            </a:pPr>
            <a:r>
              <a:rPr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College Name :</a:t>
            </a:r>
            <a:r>
              <a:rPr b="0" lang="en-US" sz="2550">
                <a:solidFill>
                  <a:schemeClr val="dk1"/>
                </a:solidFill>
              </a:rPr>
              <a:t> </a:t>
            </a:r>
            <a:r>
              <a:rPr b="0"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SNDT Arts and Commerce College For Women Pune</a:t>
            </a:r>
            <a:endParaRPr b="0" sz="25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641350" y="2543700"/>
            <a:ext cx="95967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b="1" lang="en-US" sz="3200">
                <a:latin typeface="Georgia"/>
                <a:ea typeface="Georgia"/>
                <a:cs typeface="Georgia"/>
                <a:sym typeface="Georgia"/>
              </a:rPr>
              <a:t>Project Title -Seasonal Agriculture Performance Analysis </a:t>
            </a:r>
            <a:endParaRPr b="1" sz="32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555000" y="4865125"/>
            <a:ext cx="886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AICTE STU ID : </a:t>
            </a:r>
            <a:r>
              <a:rPr b="1" lang="en-US" sz="2500">
                <a:solidFill>
                  <a:srgbClr val="020617"/>
                </a:solidFill>
                <a:highlight>
                  <a:srgbClr val="FFFFFF"/>
                </a:highlight>
                <a:latin typeface="Be Vietnam Pro"/>
                <a:ea typeface="Be Vietnam Pro"/>
                <a:cs typeface="Be Vietnam Pro"/>
                <a:sym typeface="Be Vietnam Pro"/>
              </a:rPr>
              <a:t>STU676d48447d8341735215172</a:t>
            </a:r>
            <a:r>
              <a:rPr lang="en-US" sz="27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endParaRPr sz="39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0" y="1419300"/>
            <a:ext cx="9473700" cy="4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Agricultural activities are influenced by seasonal variations in environmental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conditions, farming practices, resource availability and market conditions. As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a result, agricultural performance may differ from one season to another.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Raw agricultural data does not, on its own, explain how performance changes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across seasons or what patterns exist within different seasonal conditions.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This project analyzes seasonal differences in agricultural performance by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identifying meaningful patterns, trends, relationships and variations across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930">
                <a:latin typeface="Georgia"/>
                <a:ea typeface="Georgia"/>
                <a:cs typeface="Georgia"/>
                <a:sym typeface="Georgia"/>
              </a:rPr>
              <a:t>Kharif, Rabi and Zaid seasons, and develops evidence-based recommendations.</a:t>
            </a:r>
            <a:endParaRPr sz="19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93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24"/>
          <p:cNvSpPr txBox="1"/>
          <p:nvPr>
            <p:ph type="title"/>
          </p:nvPr>
        </p:nvSpPr>
        <p:spPr>
          <a:xfrm>
            <a:off x="252800" y="421350"/>
            <a:ext cx="8033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PROBLEM  STATEMENT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0409" y="2826834"/>
            <a:ext cx="2760759" cy="32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467350" y="316950"/>
            <a:ext cx="75591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4225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Project Description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endParaRPr b="0" sz="1578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369150" y="1233450"/>
            <a:ext cx="10073400" cy="4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This project analyzes farm-level agricultural data covering environmental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conditions, farming practices, production, costs, revenue, profit and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resource usage across three seasons — Kharif, Rabi and Zaid.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The analysis includes data cleaning, univariate/bivariate/multivariate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exploration, correlation analysis, and statistical testing (Kruskal-Wallis)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to identify which differences across seasons are genuinely significant.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Key findings: Kharif consistently outperforms other seasons on yield,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profit and water efficiency, while Zaid is the only season with a negative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average profit. Farming inputs (fertilizer, pesticide, N/P/K) show almost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no correlation with yield, suggesting other unmeasured factors drive output.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The project concludes with season- and state-specific crop planning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recommendations.</a:t>
            </a:r>
            <a:endParaRPr sz="2200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647709" y="1679260"/>
            <a:ext cx="79044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Farmers deciding which crops to grow in which season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Agricultural extension officers and state agriculture departments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Agri-business and supply chain planners forecasting seasonal output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Researchers and policy makers studying seasonal agricultural trends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5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WHO ARE THE END USERS?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1391350" y="1432550"/>
            <a:ext cx="80271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4013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Georgia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Python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4013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Georgia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Pandas, NumPy — data cleaning and analysis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4013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Georgia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Matplotlib, Seaborn — data visualization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4013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Georgia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SciPy — statistical testing (Kruskal-Wallis)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-4013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Georgia"/>
              <a:buChar char="▪"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Google Colab / Jupyter Notebook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660399" y="430567"/>
            <a:ext cx="5306291" cy="847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Technology Used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0" y="6550301"/>
            <a:ext cx="2143126" cy="19541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>
            <p:ph type="title"/>
          </p:nvPr>
        </p:nvSpPr>
        <p:spPr>
          <a:xfrm>
            <a:off x="682900" y="90150"/>
            <a:ext cx="2981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320975" y="1289937"/>
            <a:ext cx="33435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5590915" y="1797899"/>
            <a:ext cx="33435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28"/>
          <p:cNvSpPr txBox="1"/>
          <p:nvPr>
            <p:ph idx="1" type="body"/>
          </p:nvPr>
        </p:nvSpPr>
        <p:spPr>
          <a:xfrm>
            <a:off x="932700" y="6210300"/>
            <a:ext cx="9185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55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https://colab.research.google.com/drive/1lo5pqxsF_rp3-_T8csSqR9_USK77A6Cq?usp=sharing</a:t>
            </a:r>
            <a:endParaRPr sz="155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42" name="Google Shape;2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593" y="859140"/>
            <a:ext cx="3983927" cy="52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0846" y="859140"/>
            <a:ext cx="7133705" cy="522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419257" y="62780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>
            <p:ph type="title"/>
          </p:nvPr>
        </p:nvSpPr>
        <p:spPr>
          <a:xfrm>
            <a:off x="855195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64282" y="10814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1" name="Google Shape;251;p29"/>
          <p:cNvSpPr txBox="1"/>
          <p:nvPr>
            <p:ph idx="1" type="body"/>
          </p:nvPr>
        </p:nvSpPr>
        <p:spPr>
          <a:xfrm>
            <a:off x="855200" y="6041125"/>
            <a:ext cx="9123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https://colab.research.google.com/drive/1lo5pqxsF_rp3-_T8csSqR9_USK77A6Cq?usp=sharing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"/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2" name="Google Shape;25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650" y="818325"/>
            <a:ext cx="4874200" cy="500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5525" y="849750"/>
            <a:ext cx="5782650" cy="49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>
            <p:ph type="title"/>
          </p:nvPr>
        </p:nvSpPr>
        <p:spPr>
          <a:xfrm>
            <a:off x="166132" y="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8050632" y="12015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2" name="Google Shape;26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50" y="800100"/>
            <a:ext cx="6133800" cy="54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6900" y="830725"/>
            <a:ext cx="5430474" cy="54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type="title"/>
          </p:nvPr>
        </p:nvSpPr>
        <p:spPr>
          <a:xfrm>
            <a:off x="214932" y="106364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8067082" y="1012246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25" y="800100"/>
            <a:ext cx="7077800" cy="5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 rotWithShape="1">
          <a:blip r:embed="rId5">
            <a:alphaModFix/>
          </a:blip>
          <a:srcRect b="7126" l="0" r="0" t="7126"/>
          <a:stretch/>
        </p:blipFill>
        <p:spPr>
          <a:xfrm>
            <a:off x="7457513" y="800100"/>
            <a:ext cx="4562650" cy="27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5814" y="3756800"/>
            <a:ext cx="4688125" cy="23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>
            <p:ph type="title"/>
          </p:nvPr>
        </p:nvSpPr>
        <p:spPr>
          <a:xfrm>
            <a:off x="675957" y="370589"/>
            <a:ext cx="29816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81" name="Google Shape;28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275" y="1201575"/>
            <a:ext cx="5514701" cy="527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9700" y="1190114"/>
            <a:ext cx="5514699" cy="5281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3"/>
          <p:cNvSpPr txBox="1"/>
          <p:nvPr>
            <p:ph type="title"/>
          </p:nvPr>
        </p:nvSpPr>
        <p:spPr>
          <a:xfrm>
            <a:off x="675957" y="370589"/>
            <a:ext cx="47357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Future scope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675950" y="1517000"/>
            <a:ext cx="82239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Incorporate multi-year data to test whether seasonal patterns hold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consistently over time, not just in a single snapshot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Investigate additional variables (farming technique, seed variety,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labor practices) to explain the unexplained yield gap between seasons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Build a lightweight dashboard for farmers to check season-crop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profitability recommendations for their state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Extend the analysis to district-level granularity instead of state-level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744632" y="7652122"/>
            <a:ext cx="2557675" cy="23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>
            <p:ph type="title"/>
          </p:nvPr>
        </p:nvSpPr>
        <p:spPr>
          <a:xfrm>
            <a:off x="744632" y="370602"/>
            <a:ext cx="5652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550" lIns="109100" spcFirstLastPara="1" rIns="109100" wrap="square" tIns="54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74"/>
              <a:buFont typeface="Trebuchet MS"/>
              <a:buNone/>
            </a:pPr>
            <a:r>
              <a:rPr lang="en-US" sz="4774">
                <a:latin typeface="Georgia"/>
                <a:ea typeface="Georgia"/>
                <a:cs typeface="Georgia"/>
                <a:sym typeface="Georgia"/>
              </a:rPr>
              <a:t>GitHub Link</a:t>
            </a:r>
            <a:endParaRPr sz="5728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7" name="Google Shape;297;p34"/>
          <p:cNvSpPr txBox="1"/>
          <p:nvPr/>
        </p:nvSpPr>
        <p:spPr>
          <a:xfrm>
            <a:off x="414950" y="2247898"/>
            <a:ext cx="92400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4550" lIns="109100" spcFirstLastPara="1" rIns="109100" wrap="square" tIns="545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9"/>
              <a:buFont typeface="Noto Sans Symbols"/>
              <a:buNone/>
            </a:pPr>
            <a:r>
              <a:rPr lang="en-US" sz="3487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https://github.com/Shruti-Halle/Seasonal-Agriculture-Performance-Analysis</a:t>
            </a:r>
            <a:endParaRPr sz="348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 txBox="1"/>
          <p:nvPr>
            <p:ph type="title"/>
          </p:nvPr>
        </p:nvSpPr>
        <p:spPr>
          <a:xfrm>
            <a:off x="675957" y="370589"/>
            <a:ext cx="8351388" cy="884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3200"/>
              <a:t>VOIS Course completion certificate - </a:t>
            </a:r>
            <a:br>
              <a:rPr lang="en-US" sz="3200"/>
            </a:br>
            <a:r>
              <a:rPr lang="en-US" sz="3200"/>
              <a:t>Course name- Data Visualization </a:t>
            </a:r>
            <a:endParaRPr/>
          </a:p>
        </p:txBody>
      </p:sp>
      <p:sp>
        <p:nvSpPr>
          <p:cNvPr id="304" name="Google Shape;304;p35"/>
          <p:cNvSpPr txBox="1"/>
          <p:nvPr/>
        </p:nvSpPr>
        <p:spPr>
          <a:xfrm>
            <a:off x="748582" y="1374046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6" name="Google Shape;30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775" y="1410350"/>
            <a:ext cx="8373809" cy="49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title"/>
          </p:nvPr>
        </p:nvSpPr>
        <p:spPr>
          <a:xfrm>
            <a:off x="878325" y="614500"/>
            <a:ext cx="91635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Trebuchet MS"/>
              <a:buNone/>
            </a:pPr>
            <a:r>
              <a:rPr b="1" lang="en-US" sz="81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704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2" name="Google Shape;312;p36"/>
          <p:cNvSpPr txBox="1"/>
          <p:nvPr>
            <p:ph idx="8" type="body"/>
          </p:nvPr>
        </p:nvSpPr>
        <p:spPr>
          <a:xfrm>
            <a:off x="878300" y="4641925"/>
            <a:ext cx="4989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https://www.linkedin.com/in/shruti-halle/</a:t>
            </a:r>
            <a:endParaRPr/>
          </a:p>
        </p:txBody>
      </p:sp>
      <p:sp>
        <p:nvSpPr>
          <p:cNvPr id="313" name="Google Shape;313;p36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sz="24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1129150" y="3806975"/>
            <a:ext cx="76614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72"/>
              <a:buFont typeface="Noto Sans Symbols"/>
              <a:buNone/>
            </a:pPr>
            <a:r>
              <a:rPr b="1" lang="en-US" sz="291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Shruti Halle | shrutihalle2@gmail.com</a:t>
            </a:r>
            <a:endParaRPr b="1" sz="2915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1129150" y="5149050"/>
            <a:ext cx="7572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https://github.com/Shruti-Halle/Seasonal-Agriculture-Performance-Analysis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6" name="Google Shape;316;p36"/>
          <p:cNvPicPr preferRelativeResize="0"/>
          <p:nvPr/>
        </p:nvPicPr>
        <p:blipFill rotWithShape="1">
          <a:blip r:embed="rId5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